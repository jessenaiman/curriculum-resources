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1938000" cy="1193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2326B3-B245-4DDA-8941-ED3BDD068E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27E821-BD02-4C47-8A3A-E591436183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557C09-8DF3-433E-AD6E-239253A2EB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CA2353-E70B-4486-B034-F47D3ABB1B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2EB01C-F9D4-4AA2-927C-4926EB0600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09D25A-FF54-48D4-BCF8-D5661692FD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9541B0-69E4-4478-B59C-E34895CD97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D895E8-EE4F-46A2-887C-5BB51326AA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A3BD34-E1D1-4417-A960-9CE3CA14ED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6D8736-6E86-40C9-B5F7-567B6E3A47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C4D77C-2435-44E2-B1F1-5F0C82068C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Relationship Id="rId28" Type="http://schemas.openxmlformats.org/officeDocument/2006/relationships/image" Target="../media/image28.png"/><Relationship Id="rId29" Type="http://schemas.openxmlformats.org/officeDocument/2006/relationships/image" Target="../media/image29.png"/><Relationship Id="rId30" Type="http://schemas.openxmlformats.org/officeDocument/2006/relationships/image" Target="../media/image30.png"/><Relationship Id="rId31" Type="http://schemas.openxmlformats.org/officeDocument/2006/relationships/image" Target="../media/image31.png"/><Relationship Id="rId32" Type="http://schemas.openxmlformats.org/officeDocument/2006/relationships/image" Target="../media/image32.png"/><Relationship Id="rId33" Type="http://schemas.openxmlformats.org/officeDocument/2006/relationships/image" Target="../media/image33.png"/><Relationship Id="rId34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2"/>
          <p:cNvSpPr/>
          <p:nvPr/>
        </p:nvSpPr>
        <p:spPr>
          <a:xfrm>
            <a:off x="0" y="0"/>
            <a:ext cx="11944080" cy="11944080"/>
          </a:xfrm>
          <a:custGeom>
            <a:avLst/>
            <a:gdLst>
              <a:gd name="textAreaLeft" fmla="*/ 0 w 11944080"/>
              <a:gd name="textAreaRight" fmla="*/ 11944440 w 11944080"/>
              <a:gd name="textAreaTop" fmla="*/ 0 h 11944080"/>
              <a:gd name="textAreaBottom" fmla="*/ 11944440 h 11944080"/>
            </a:gdLst>
            <a:ahLst/>
            <a:cxnLst/>
            <a:rect l="textAreaLeft" t="textAreaTop" r="textAreaRight" b="textAreaBottom"/>
            <a:pathLst>
              <a:path w="11944350" h="11944350">
                <a:moveTo>
                  <a:pt x="0" y="0"/>
                </a:moveTo>
                <a:lnTo>
                  <a:pt x="11944350" y="0"/>
                </a:lnTo>
                <a:lnTo>
                  <a:pt x="11944350" y="11944350"/>
                </a:lnTo>
                <a:lnTo>
                  <a:pt x="0" y="119443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Freeform 3"/>
          <p:cNvSpPr/>
          <p:nvPr/>
        </p:nvSpPr>
        <p:spPr>
          <a:xfrm>
            <a:off x="181080" y="181080"/>
            <a:ext cx="2999880" cy="2999880"/>
          </a:xfrm>
          <a:custGeom>
            <a:avLst/>
            <a:gdLst>
              <a:gd name="textAreaLeft" fmla="*/ 0 w 2999880"/>
              <a:gd name="textAreaRight" fmla="*/ 3000240 w 2999880"/>
              <a:gd name="textAreaTop" fmla="*/ 0 h 2999880"/>
              <a:gd name="textAreaBottom" fmla="*/ 3000240 h 2999880"/>
            </a:gdLst>
            <a:ahLst/>
            <a:cxnLst/>
            <a:rect l="textAreaLeft" t="textAreaTop" r="textAreaRight" b="textAreaBottom"/>
            <a:pathLst>
              <a:path w="3000375" h="3000375">
                <a:moveTo>
                  <a:pt x="0" y="0"/>
                </a:moveTo>
                <a:lnTo>
                  <a:pt x="3000375" y="0"/>
                </a:lnTo>
                <a:lnTo>
                  <a:pt x="300037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Freeform 4"/>
          <p:cNvSpPr/>
          <p:nvPr/>
        </p:nvSpPr>
        <p:spPr>
          <a:xfrm>
            <a:off x="2981160" y="181080"/>
            <a:ext cx="2990520" cy="2999880"/>
          </a:xfrm>
          <a:custGeom>
            <a:avLst/>
            <a:gdLst>
              <a:gd name="textAreaLeft" fmla="*/ 0 w 2990520"/>
              <a:gd name="textAreaRight" fmla="*/ 2990880 w 2990520"/>
              <a:gd name="textAreaTop" fmla="*/ 0 h 2999880"/>
              <a:gd name="textAreaBottom" fmla="*/ 3000240 h 2999880"/>
            </a:gdLst>
            <a:ahLst/>
            <a:cxnLst/>
            <a:rect l="textAreaLeft" t="textAreaTop" r="textAreaRight" b="textAreaBottom"/>
            <a:pathLst>
              <a:path w="2990850" h="3000375">
                <a:moveTo>
                  <a:pt x="0" y="0"/>
                </a:moveTo>
                <a:lnTo>
                  <a:pt x="2990850" y="0"/>
                </a:lnTo>
                <a:lnTo>
                  <a:pt x="299085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Freeform 5"/>
          <p:cNvSpPr/>
          <p:nvPr/>
        </p:nvSpPr>
        <p:spPr>
          <a:xfrm>
            <a:off x="5972040" y="181080"/>
            <a:ext cx="2800080" cy="2999880"/>
          </a:xfrm>
          <a:custGeom>
            <a:avLst/>
            <a:gdLst>
              <a:gd name="textAreaLeft" fmla="*/ 0 w 2800080"/>
              <a:gd name="textAreaRight" fmla="*/ 2800440 w 2800080"/>
              <a:gd name="textAreaTop" fmla="*/ 0 h 2999880"/>
              <a:gd name="textAreaBottom" fmla="*/ 3000240 h 2999880"/>
            </a:gdLst>
            <a:ahLst/>
            <a:cxnLst/>
            <a:rect l="textAreaLeft" t="textAreaTop" r="textAreaRight" b="textAreaBottom"/>
            <a:pathLst>
              <a:path w="2800350" h="3000375">
                <a:moveTo>
                  <a:pt x="0" y="0"/>
                </a:moveTo>
                <a:lnTo>
                  <a:pt x="2800350" y="0"/>
                </a:lnTo>
                <a:lnTo>
                  <a:pt x="280035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Freeform 6"/>
          <p:cNvSpPr/>
          <p:nvPr/>
        </p:nvSpPr>
        <p:spPr>
          <a:xfrm>
            <a:off x="8763120" y="181080"/>
            <a:ext cx="2999880" cy="2999880"/>
          </a:xfrm>
          <a:custGeom>
            <a:avLst/>
            <a:gdLst>
              <a:gd name="textAreaLeft" fmla="*/ 0 w 2999880"/>
              <a:gd name="textAreaRight" fmla="*/ 3000240 w 2999880"/>
              <a:gd name="textAreaTop" fmla="*/ 0 h 2999880"/>
              <a:gd name="textAreaBottom" fmla="*/ 3000240 h 2999880"/>
            </a:gdLst>
            <a:ahLst/>
            <a:cxnLst/>
            <a:rect l="textAreaLeft" t="textAreaTop" r="textAreaRight" b="textAreaBottom"/>
            <a:pathLst>
              <a:path w="3000375" h="3000375">
                <a:moveTo>
                  <a:pt x="0" y="0"/>
                </a:moveTo>
                <a:lnTo>
                  <a:pt x="3000375" y="0"/>
                </a:lnTo>
                <a:lnTo>
                  <a:pt x="300037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Freeform 7"/>
          <p:cNvSpPr/>
          <p:nvPr/>
        </p:nvSpPr>
        <p:spPr>
          <a:xfrm>
            <a:off x="181080" y="3171960"/>
            <a:ext cx="2999880" cy="3180960"/>
          </a:xfrm>
          <a:custGeom>
            <a:avLst/>
            <a:gdLst>
              <a:gd name="textAreaLeft" fmla="*/ 0 w 2999880"/>
              <a:gd name="textAreaRight" fmla="*/ 3000240 w 2999880"/>
              <a:gd name="textAreaTop" fmla="*/ 0 h 3180960"/>
              <a:gd name="textAreaBottom" fmla="*/ 3181320 h 3180960"/>
            </a:gdLst>
            <a:ahLst/>
            <a:cxnLst/>
            <a:rect l="textAreaLeft" t="textAreaTop" r="textAreaRight" b="textAreaBottom"/>
            <a:pathLst>
              <a:path w="3000375" h="3181350">
                <a:moveTo>
                  <a:pt x="0" y="0"/>
                </a:moveTo>
                <a:lnTo>
                  <a:pt x="3000375" y="0"/>
                </a:lnTo>
                <a:lnTo>
                  <a:pt x="3000375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Freeform 8"/>
          <p:cNvSpPr/>
          <p:nvPr/>
        </p:nvSpPr>
        <p:spPr>
          <a:xfrm>
            <a:off x="2981160" y="3171960"/>
            <a:ext cx="2990520" cy="3180960"/>
          </a:xfrm>
          <a:custGeom>
            <a:avLst/>
            <a:gdLst>
              <a:gd name="textAreaLeft" fmla="*/ 0 w 2990520"/>
              <a:gd name="textAreaRight" fmla="*/ 2990880 w 2990520"/>
              <a:gd name="textAreaTop" fmla="*/ 0 h 3180960"/>
              <a:gd name="textAreaBottom" fmla="*/ 3181320 h 3180960"/>
            </a:gdLst>
            <a:ahLst/>
            <a:cxnLst/>
            <a:rect l="textAreaLeft" t="textAreaTop" r="textAreaRight" b="textAreaBottom"/>
            <a:pathLst>
              <a:path w="2990850" h="3181350">
                <a:moveTo>
                  <a:pt x="0" y="0"/>
                </a:moveTo>
                <a:lnTo>
                  <a:pt x="2990850" y="0"/>
                </a:lnTo>
                <a:lnTo>
                  <a:pt x="2990850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Freeform 9"/>
          <p:cNvSpPr/>
          <p:nvPr/>
        </p:nvSpPr>
        <p:spPr>
          <a:xfrm>
            <a:off x="5972040" y="3171960"/>
            <a:ext cx="2800080" cy="3180960"/>
          </a:xfrm>
          <a:custGeom>
            <a:avLst/>
            <a:gdLst>
              <a:gd name="textAreaLeft" fmla="*/ 0 w 2800080"/>
              <a:gd name="textAreaRight" fmla="*/ 2800440 w 2800080"/>
              <a:gd name="textAreaTop" fmla="*/ 0 h 3180960"/>
              <a:gd name="textAreaBottom" fmla="*/ 3181320 h 3180960"/>
            </a:gdLst>
            <a:ahLst/>
            <a:cxnLst/>
            <a:rect l="textAreaLeft" t="textAreaTop" r="textAreaRight" b="textAreaBottom"/>
            <a:pathLst>
              <a:path w="2800350" h="3181350">
                <a:moveTo>
                  <a:pt x="0" y="0"/>
                </a:moveTo>
                <a:lnTo>
                  <a:pt x="2800350" y="0"/>
                </a:lnTo>
                <a:lnTo>
                  <a:pt x="2800350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Freeform 10"/>
          <p:cNvSpPr/>
          <p:nvPr/>
        </p:nvSpPr>
        <p:spPr>
          <a:xfrm>
            <a:off x="8763120" y="3171960"/>
            <a:ext cx="2999880" cy="3180960"/>
          </a:xfrm>
          <a:custGeom>
            <a:avLst/>
            <a:gdLst>
              <a:gd name="textAreaLeft" fmla="*/ 0 w 2999880"/>
              <a:gd name="textAreaRight" fmla="*/ 3000240 w 2999880"/>
              <a:gd name="textAreaTop" fmla="*/ 0 h 3180960"/>
              <a:gd name="textAreaBottom" fmla="*/ 3181320 h 3180960"/>
            </a:gdLst>
            <a:ahLst/>
            <a:cxnLst/>
            <a:rect l="textAreaLeft" t="textAreaTop" r="textAreaRight" b="textAreaBottom"/>
            <a:pathLst>
              <a:path w="3000375" h="3181350">
                <a:moveTo>
                  <a:pt x="0" y="0"/>
                </a:moveTo>
                <a:lnTo>
                  <a:pt x="3000375" y="0"/>
                </a:lnTo>
                <a:lnTo>
                  <a:pt x="3000375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Freeform 11"/>
          <p:cNvSpPr/>
          <p:nvPr/>
        </p:nvSpPr>
        <p:spPr>
          <a:xfrm>
            <a:off x="181080" y="6153120"/>
            <a:ext cx="2999880" cy="3180960"/>
          </a:xfrm>
          <a:custGeom>
            <a:avLst/>
            <a:gdLst>
              <a:gd name="textAreaLeft" fmla="*/ 0 w 2999880"/>
              <a:gd name="textAreaRight" fmla="*/ 3000240 w 2999880"/>
              <a:gd name="textAreaTop" fmla="*/ 0 h 3180960"/>
              <a:gd name="textAreaBottom" fmla="*/ 3181320 h 3180960"/>
            </a:gdLst>
            <a:ahLst/>
            <a:cxnLst/>
            <a:rect l="textAreaLeft" t="textAreaTop" r="textAreaRight" b="textAreaBottom"/>
            <a:pathLst>
              <a:path w="3000375" h="3181350">
                <a:moveTo>
                  <a:pt x="0" y="0"/>
                </a:moveTo>
                <a:lnTo>
                  <a:pt x="3000375" y="0"/>
                </a:lnTo>
                <a:lnTo>
                  <a:pt x="3000375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Freeform 12"/>
          <p:cNvSpPr/>
          <p:nvPr/>
        </p:nvSpPr>
        <p:spPr>
          <a:xfrm>
            <a:off x="2981160" y="6153120"/>
            <a:ext cx="2990520" cy="3180960"/>
          </a:xfrm>
          <a:custGeom>
            <a:avLst/>
            <a:gdLst>
              <a:gd name="textAreaLeft" fmla="*/ 0 w 2990520"/>
              <a:gd name="textAreaRight" fmla="*/ 2990880 w 2990520"/>
              <a:gd name="textAreaTop" fmla="*/ 0 h 3180960"/>
              <a:gd name="textAreaBottom" fmla="*/ 3181320 h 3180960"/>
            </a:gdLst>
            <a:ahLst/>
            <a:cxnLst/>
            <a:rect l="textAreaLeft" t="textAreaTop" r="textAreaRight" b="textAreaBottom"/>
            <a:pathLst>
              <a:path w="2990850" h="3181350">
                <a:moveTo>
                  <a:pt x="0" y="0"/>
                </a:moveTo>
                <a:lnTo>
                  <a:pt x="2990850" y="0"/>
                </a:lnTo>
                <a:lnTo>
                  <a:pt x="2990850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Freeform 13"/>
          <p:cNvSpPr/>
          <p:nvPr/>
        </p:nvSpPr>
        <p:spPr>
          <a:xfrm>
            <a:off x="5972040" y="6153120"/>
            <a:ext cx="2800080" cy="3180960"/>
          </a:xfrm>
          <a:custGeom>
            <a:avLst/>
            <a:gdLst>
              <a:gd name="textAreaLeft" fmla="*/ 0 w 2800080"/>
              <a:gd name="textAreaRight" fmla="*/ 2800440 w 2800080"/>
              <a:gd name="textAreaTop" fmla="*/ 0 h 3180960"/>
              <a:gd name="textAreaBottom" fmla="*/ 3181320 h 3180960"/>
            </a:gdLst>
            <a:ahLst/>
            <a:cxnLst/>
            <a:rect l="textAreaLeft" t="textAreaTop" r="textAreaRight" b="textAreaBottom"/>
            <a:pathLst>
              <a:path w="2800350" h="3181350">
                <a:moveTo>
                  <a:pt x="0" y="0"/>
                </a:moveTo>
                <a:lnTo>
                  <a:pt x="2800350" y="0"/>
                </a:lnTo>
                <a:lnTo>
                  <a:pt x="2800350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Freeform 14"/>
          <p:cNvSpPr/>
          <p:nvPr/>
        </p:nvSpPr>
        <p:spPr>
          <a:xfrm>
            <a:off x="8763120" y="6153120"/>
            <a:ext cx="2999880" cy="3180960"/>
          </a:xfrm>
          <a:custGeom>
            <a:avLst/>
            <a:gdLst>
              <a:gd name="textAreaLeft" fmla="*/ 0 w 2999880"/>
              <a:gd name="textAreaRight" fmla="*/ 3000240 w 2999880"/>
              <a:gd name="textAreaTop" fmla="*/ 0 h 3180960"/>
              <a:gd name="textAreaBottom" fmla="*/ 3181320 h 3180960"/>
            </a:gdLst>
            <a:ahLst/>
            <a:cxnLst/>
            <a:rect l="textAreaLeft" t="textAreaTop" r="textAreaRight" b="textAreaBottom"/>
            <a:pathLst>
              <a:path w="3000375" h="3181350">
                <a:moveTo>
                  <a:pt x="0" y="0"/>
                </a:moveTo>
                <a:lnTo>
                  <a:pt x="3000375" y="0"/>
                </a:lnTo>
                <a:lnTo>
                  <a:pt x="3000375" y="3181350"/>
                </a:lnTo>
                <a:lnTo>
                  <a:pt x="0" y="31813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Freeform 15"/>
          <p:cNvSpPr/>
          <p:nvPr/>
        </p:nvSpPr>
        <p:spPr>
          <a:xfrm>
            <a:off x="181080" y="9144000"/>
            <a:ext cx="2809440" cy="2800080"/>
          </a:xfrm>
          <a:custGeom>
            <a:avLst/>
            <a:gdLst>
              <a:gd name="textAreaLeft" fmla="*/ 0 w 2809440"/>
              <a:gd name="textAreaRight" fmla="*/ 2809800 w 2809440"/>
              <a:gd name="textAreaTop" fmla="*/ 0 h 2800080"/>
              <a:gd name="textAreaBottom" fmla="*/ 2800440 h 2800080"/>
            </a:gdLst>
            <a:ahLst/>
            <a:cxnLst/>
            <a:rect l="textAreaLeft" t="textAreaTop" r="textAreaRight" b="textAreaBottom"/>
            <a:pathLst>
              <a:path w="2809875" h="2800350">
                <a:moveTo>
                  <a:pt x="0" y="0"/>
                </a:moveTo>
                <a:lnTo>
                  <a:pt x="2809875" y="0"/>
                </a:lnTo>
                <a:lnTo>
                  <a:pt x="2809875" y="2800350"/>
                </a:lnTo>
                <a:lnTo>
                  <a:pt x="0" y="28003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Freeform 16"/>
          <p:cNvSpPr/>
          <p:nvPr/>
        </p:nvSpPr>
        <p:spPr>
          <a:xfrm>
            <a:off x="2981160" y="9144000"/>
            <a:ext cx="2990520" cy="2800080"/>
          </a:xfrm>
          <a:custGeom>
            <a:avLst/>
            <a:gdLst>
              <a:gd name="textAreaLeft" fmla="*/ 0 w 2990520"/>
              <a:gd name="textAreaRight" fmla="*/ 2990880 w 2990520"/>
              <a:gd name="textAreaTop" fmla="*/ 0 h 2800080"/>
              <a:gd name="textAreaBottom" fmla="*/ 2800440 h 2800080"/>
            </a:gdLst>
            <a:ahLst/>
            <a:cxnLst/>
            <a:rect l="textAreaLeft" t="textAreaTop" r="textAreaRight" b="textAreaBottom"/>
            <a:pathLst>
              <a:path w="2990850" h="2800350">
                <a:moveTo>
                  <a:pt x="0" y="0"/>
                </a:moveTo>
                <a:lnTo>
                  <a:pt x="2990850" y="0"/>
                </a:lnTo>
                <a:lnTo>
                  <a:pt x="2990850" y="2800350"/>
                </a:lnTo>
                <a:lnTo>
                  <a:pt x="0" y="28003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Freeform 17"/>
          <p:cNvSpPr/>
          <p:nvPr/>
        </p:nvSpPr>
        <p:spPr>
          <a:xfrm>
            <a:off x="5781600" y="9144000"/>
            <a:ext cx="2990520" cy="2800080"/>
          </a:xfrm>
          <a:custGeom>
            <a:avLst/>
            <a:gdLst>
              <a:gd name="textAreaLeft" fmla="*/ 0 w 2990520"/>
              <a:gd name="textAreaRight" fmla="*/ 2990880 w 2990520"/>
              <a:gd name="textAreaTop" fmla="*/ 0 h 2800080"/>
              <a:gd name="textAreaBottom" fmla="*/ 2800440 h 2800080"/>
            </a:gdLst>
            <a:ahLst/>
            <a:cxnLst/>
            <a:rect l="textAreaLeft" t="textAreaTop" r="textAreaRight" b="textAreaBottom"/>
            <a:pathLst>
              <a:path w="2990850" h="2800350">
                <a:moveTo>
                  <a:pt x="0" y="0"/>
                </a:moveTo>
                <a:lnTo>
                  <a:pt x="2990850" y="0"/>
                </a:lnTo>
                <a:lnTo>
                  <a:pt x="2990850" y="2800350"/>
                </a:lnTo>
                <a:lnTo>
                  <a:pt x="0" y="28003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Freeform 18"/>
          <p:cNvSpPr/>
          <p:nvPr/>
        </p:nvSpPr>
        <p:spPr>
          <a:xfrm>
            <a:off x="8763120" y="9144000"/>
            <a:ext cx="2999880" cy="2800080"/>
          </a:xfrm>
          <a:custGeom>
            <a:avLst/>
            <a:gdLst>
              <a:gd name="textAreaLeft" fmla="*/ 0 w 2999880"/>
              <a:gd name="textAreaRight" fmla="*/ 3000240 w 2999880"/>
              <a:gd name="textAreaTop" fmla="*/ 0 h 2800080"/>
              <a:gd name="textAreaBottom" fmla="*/ 2800440 h 2800080"/>
            </a:gdLst>
            <a:ahLst/>
            <a:cxnLst/>
            <a:rect l="textAreaLeft" t="textAreaTop" r="textAreaRight" b="textAreaBottom"/>
            <a:pathLst>
              <a:path w="3000375" h="2800350">
                <a:moveTo>
                  <a:pt x="0" y="0"/>
                </a:moveTo>
                <a:lnTo>
                  <a:pt x="3000375" y="0"/>
                </a:lnTo>
                <a:lnTo>
                  <a:pt x="3000375" y="2800350"/>
                </a:lnTo>
                <a:lnTo>
                  <a:pt x="0" y="28003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Freeform 19"/>
          <p:cNvSpPr/>
          <p:nvPr/>
        </p:nvSpPr>
        <p:spPr>
          <a:xfrm>
            <a:off x="-2286000" y="571680"/>
            <a:ext cx="2247480" cy="2628720"/>
          </a:xfrm>
          <a:custGeom>
            <a:avLst/>
            <a:gdLst>
              <a:gd name="textAreaLeft" fmla="*/ 0 w 2247480"/>
              <a:gd name="textAreaRight" fmla="*/ 2247840 w 2247480"/>
              <a:gd name="textAreaTop" fmla="*/ 0 h 2628720"/>
              <a:gd name="textAreaBottom" fmla="*/ 2629080 h 2628720"/>
            </a:gdLst>
            <a:ahLst/>
            <a:cxnLst/>
            <a:rect l="textAreaLeft" t="textAreaTop" r="textAreaRight" b="textAreaBottom"/>
            <a:pathLst>
              <a:path w="2247900" h="2628900">
                <a:moveTo>
                  <a:pt x="0" y="0"/>
                </a:moveTo>
                <a:lnTo>
                  <a:pt x="2247900" y="0"/>
                </a:lnTo>
                <a:lnTo>
                  <a:pt x="2247900" y="2628900"/>
                </a:lnTo>
                <a:lnTo>
                  <a:pt x="0" y="26289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Freeform 20"/>
          <p:cNvSpPr/>
          <p:nvPr/>
        </p:nvSpPr>
        <p:spPr>
          <a:xfrm>
            <a:off x="-2514600" y="4343400"/>
            <a:ext cx="2057040" cy="2628720"/>
          </a:xfrm>
          <a:custGeom>
            <a:avLst/>
            <a:gdLst>
              <a:gd name="textAreaLeft" fmla="*/ 0 w 2057040"/>
              <a:gd name="textAreaRight" fmla="*/ 2057400 w 2057040"/>
              <a:gd name="textAreaTop" fmla="*/ 0 h 2628720"/>
              <a:gd name="textAreaBottom" fmla="*/ 2629080 h 2628720"/>
            </a:gdLst>
            <a:ahLst/>
            <a:cxnLst/>
            <a:rect l="textAreaLeft" t="textAreaTop" r="textAreaRight" b="textAreaBottom"/>
            <a:pathLst>
              <a:path w="2057400" h="2628900">
                <a:moveTo>
                  <a:pt x="0" y="0"/>
                </a:moveTo>
                <a:lnTo>
                  <a:pt x="2057400" y="0"/>
                </a:lnTo>
                <a:lnTo>
                  <a:pt x="2057400" y="2628900"/>
                </a:lnTo>
                <a:lnTo>
                  <a:pt x="0" y="26289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Freeform 21"/>
          <p:cNvSpPr/>
          <p:nvPr/>
        </p:nvSpPr>
        <p:spPr>
          <a:xfrm>
            <a:off x="6343560" y="371520"/>
            <a:ext cx="2057040" cy="2809440"/>
          </a:xfrm>
          <a:custGeom>
            <a:avLst/>
            <a:gdLst>
              <a:gd name="textAreaLeft" fmla="*/ 0 w 2057040"/>
              <a:gd name="textAreaRight" fmla="*/ 2057400 w 2057040"/>
              <a:gd name="textAreaTop" fmla="*/ 0 h 2809440"/>
              <a:gd name="textAreaBottom" fmla="*/ 2809800 h 2809440"/>
            </a:gdLst>
            <a:ahLst/>
            <a:cxnLst/>
            <a:rect l="textAreaLeft" t="textAreaTop" r="textAreaRight" b="textAreaBottom"/>
            <a:pathLst>
              <a:path w="2057400" h="2809875">
                <a:moveTo>
                  <a:pt x="0" y="0"/>
                </a:moveTo>
                <a:lnTo>
                  <a:pt x="2057400" y="0"/>
                </a:lnTo>
                <a:lnTo>
                  <a:pt x="2057400" y="2809875"/>
                </a:lnTo>
                <a:lnTo>
                  <a:pt x="0" y="28098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Freeform 22"/>
          <p:cNvSpPr/>
          <p:nvPr/>
        </p:nvSpPr>
        <p:spPr>
          <a:xfrm>
            <a:off x="9144000" y="552600"/>
            <a:ext cx="2247480" cy="2628720"/>
          </a:xfrm>
          <a:custGeom>
            <a:avLst/>
            <a:gdLst>
              <a:gd name="textAreaLeft" fmla="*/ 0 w 2247480"/>
              <a:gd name="textAreaRight" fmla="*/ 2247840 w 2247480"/>
              <a:gd name="textAreaTop" fmla="*/ 0 h 2628720"/>
              <a:gd name="textAreaBottom" fmla="*/ 2629080 h 2628720"/>
            </a:gdLst>
            <a:ahLst/>
            <a:cxnLst/>
            <a:rect l="textAreaLeft" t="textAreaTop" r="textAreaRight" b="textAreaBottom"/>
            <a:pathLst>
              <a:path w="2247900" h="2628900">
                <a:moveTo>
                  <a:pt x="0" y="0"/>
                </a:moveTo>
                <a:lnTo>
                  <a:pt x="2247900" y="0"/>
                </a:lnTo>
                <a:lnTo>
                  <a:pt x="2247900" y="2628900"/>
                </a:lnTo>
                <a:lnTo>
                  <a:pt x="0" y="26289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Freeform 23"/>
          <p:cNvSpPr/>
          <p:nvPr/>
        </p:nvSpPr>
        <p:spPr>
          <a:xfrm>
            <a:off x="552600" y="3724200"/>
            <a:ext cx="2247480" cy="2437920"/>
          </a:xfrm>
          <a:custGeom>
            <a:avLst/>
            <a:gdLst>
              <a:gd name="textAreaLeft" fmla="*/ 0 w 2247480"/>
              <a:gd name="textAreaRight" fmla="*/ 2247840 w 2247480"/>
              <a:gd name="textAreaTop" fmla="*/ 0 h 2437920"/>
              <a:gd name="textAreaBottom" fmla="*/ 2438280 h 2437920"/>
            </a:gdLst>
            <a:ahLst/>
            <a:cxnLst/>
            <a:rect l="textAreaLeft" t="textAreaTop" r="textAreaRight" b="textAreaBottom"/>
            <a:pathLst>
              <a:path w="2247900" h="2438400">
                <a:moveTo>
                  <a:pt x="0" y="0"/>
                </a:moveTo>
                <a:lnTo>
                  <a:pt x="2247900" y="0"/>
                </a:lnTo>
                <a:lnTo>
                  <a:pt x="2247900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Freeform 24"/>
          <p:cNvSpPr/>
          <p:nvPr/>
        </p:nvSpPr>
        <p:spPr>
          <a:xfrm>
            <a:off x="3352680" y="3352680"/>
            <a:ext cx="2247480" cy="2809440"/>
          </a:xfrm>
          <a:custGeom>
            <a:avLst/>
            <a:gdLst>
              <a:gd name="textAreaLeft" fmla="*/ 0 w 2247480"/>
              <a:gd name="textAreaRight" fmla="*/ 2247840 w 2247480"/>
              <a:gd name="textAreaTop" fmla="*/ 0 h 2809440"/>
              <a:gd name="textAreaBottom" fmla="*/ 2809800 h 2809440"/>
            </a:gdLst>
            <a:ahLst/>
            <a:cxnLst/>
            <a:rect l="textAreaLeft" t="textAreaTop" r="textAreaRight" b="textAreaBottom"/>
            <a:pathLst>
              <a:path w="2247900" h="2809875">
                <a:moveTo>
                  <a:pt x="0" y="0"/>
                </a:moveTo>
                <a:lnTo>
                  <a:pt x="2247900" y="0"/>
                </a:lnTo>
                <a:lnTo>
                  <a:pt x="2247900" y="2809875"/>
                </a:lnTo>
                <a:lnTo>
                  <a:pt x="0" y="28098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Freeform 25"/>
          <p:cNvSpPr/>
          <p:nvPr/>
        </p:nvSpPr>
        <p:spPr>
          <a:xfrm>
            <a:off x="6343560" y="3543480"/>
            <a:ext cx="2057040" cy="2619000"/>
          </a:xfrm>
          <a:custGeom>
            <a:avLst/>
            <a:gdLst>
              <a:gd name="textAreaLeft" fmla="*/ 0 w 2057040"/>
              <a:gd name="textAreaRight" fmla="*/ 2057400 w 2057040"/>
              <a:gd name="textAreaTop" fmla="*/ 0 h 2619000"/>
              <a:gd name="textAreaBottom" fmla="*/ 2619360 h 2619000"/>
            </a:gdLst>
            <a:ahLst/>
            <a:cxnLst/>
            <a:rect l="textAreaLeft" t="textAreaTop" r="textAreaRight" b="textAreaBottom"/>
            <a:pathLst>
              <a:path w="2057400" h="2619375">
                <a:moveTo>
                  <a:pt x="0" y="0"/>
                </a:moveTo>
                <a:lnTo>
                  <a:pt x="2057400" y="0"/>
                </a:lnTo>
                <a:lnTo>
                  <a:pt x="2057400" y="2619375"/>
                </a:lnTo>
                <a:lnTo>
                  <a:pt x="0" y="26193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Freeform 26"/>
          <p:cNvSpPr/>
          <p:nvPr/>
        </p:nvSpPr>
        <p:spPr>
          <a:xfrm>
            <a:off x="9144000" y="3352680"/>
            <a:ext cx="2247480" cy="2809440"/>
          </a:xfrm>
          <a:custGeom>
            <a:avLst/>
            <a:gdLst>
              <a:gd name="textAreaLeft" fmla="*/ 0 w 2247480"/>
              <a:gd name="textAreaRight" fmla="*/ 2247840 w 2247480"/>
              <a:gd name="textAreaTop" fmla="*/ 0 h 2809440"/>
              <a:gd name="textAreaBottom" fmla="*/ 2809800 h 2809440"/>
            </a:gdLst>
            <a:ahLst/>
            <a:cxnLst/>
            <a:rect l="textAreaLeft" t="textAreaTop" r="textAreaRight" b="textAreaBottom"/>
            <a:pathLst>
              <a:path w="2247900" h="2809875">
                <a:moveTo>
                  <a:pt x="0" y="0"/>
                </a:moveTo>
                <a:lnTo>
                  <a:pt x="2247900" y="0"/>
                </a:lnTo>
                <a:lnTo>
                  <a:pt x="2247900" y="2809875"/>
                </a:lnTo>
                <a:lnTo>
                  <a:pt x="0" y="28098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Freeform 27"/>
          <p:cNvSpPr/>
          <p:nvPr/>
        </p:nvSpPr>
        <p:spPr>
          <a:xfrm>
            <a:off x="552600" y="6524640"/>
            <a:ext cx="2247480" cy="2628720"/>
          </a:xfrm>
          <a:custGeom>
            <a:avLst/>
            <a:gdLst>
              <a:gd name="textAreaLeft" fmla="*/ 0 w 2247480"/>
              <a:gd name="textAreaRight" fmla="*/ 2247840 w 2247480"/>
              <a:gd name="textAreaTop" fmla="*/ 0 h 2628720"/>
              <a:gd name="textAreaBottom" fmla="*/ 2629080 h 2628720"/>
            </a:gdLst>
            <a:ahLst/>
            <a:cxnLst/>
            <a:rect l="textAreaLeft" t="textAreaTop" r="textAreaRight" b="textAreaBottom"/>
            <a:pathLst>
              <a:path w="2247900" h="2628900">
                <a:moveTo>
                  <a:pt x="0" y="0"/>
                </a:moveTo>
                <a:lnTo>
                  <a:pt x="2247900" y="0"/>
                </a:lnTo>
                <a:lnTo>
                  <a:pt x="2247900" y="2628900"/>
                </a:lnTo>
                <a:lnTo>
                  <a:pt x="0" y="26289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Freeform 28"/>
          <p:cNvSpPr/>
          <p:nvPr/>
        </p:nvSpPr>
        <p:spPr>
          <a:xfrm>
            <a:off x="3352680" y="6524640"/>
            <a:ext cx="2437920" cy="2628720"/>
          </a:xfrm>
          <a:custGeom>
            <a:avLst/>
            <a:gdLst>
              <a:gd name="textAreaLeft" fmla="*/ 0 w 2437920"/>
              <a:gd name="textAreaRight" fmla="*/ 2438280 w 2437920"/>
              <a:gd name="textAreaTop" fmla="*/ 0 h 2628720"/>
              <a:gd name="textAreaBottom" fmla="*/ 2629080 h 2628720"/>
            </a:gdLst>
            <a:ahLst/>
            <a:cxnLst/>
            <a:rect l="textAreaLeft" t="textAreaTop" r="textAreaRight" b="textAreaBottom"/>
            <a:pathLst>
              <a:path w="2438400" h="2628900">
                <a:moveTo>
                  <a:pt x="0" y="0"/>
                </a:moveTo>
                <a:lnTo>
                  <a:pt x="2438400" y="0"/>
                </a:lnTo>
                <a:lnTo>
                  <a:pt x="2438400" y="2628900"/>
                </a:lnTo>
                <a:lnTo>
                  <a:pt x="0" y="26289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Freeform 29"/>
          <p:cNvSpPr/>
          <p:nvPr/>
        </p:nvSpPr>
        <p:spPr>
          <a:xfrm>
            <a:off x="6343560" y="6715080"/>
            <a:ext cx="1875960" cy="2437920"/>
          </a:xfrm>
          <a:custGeom>
            <a:avLst/>
            <a:gdLst>
              <a:gd name="textAreaLeft" fmla="*/ 0 w 1875960"/>
              <a:gd name="textAreaRight" fmla="*/ 1876320 w 1875960"/>
              <a:gd name="textAreaTop" fmla="*/ 0 h 2437920"/>
              <a:gd name="textAreaBottom" fmla="*/ 2438280 h 2437920"/>
            </a:gdLst>
            <a:ahLst/>
            <a:cxnLst/>
            <a:rect l="textAreaLeft" t="textAreaTop" r="textAreaRight" b="textAreaBottom"/>
            <a:pathLst>
              <a:path w="1876425" h="2438400">
                <a:moveTo>
                  <a:pt x="0" y="0"/>
                </a:moveTo>
                <a:lnTo>
                  <a:pt x="1876425" y="0"/>
                </a:lnTo>
                <a:lnTo>
                  <a:pt x="1876425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Freeform 30"/>
          <p:cNvSpPr/>
          <p:nvPr/>
        </p:nvSpPr>
        <p:spPr>
          <a:xfrm>
            <a:off x="9144000" y="6715080"/>
            <a:ext cx="2057040" cy="2437920"/>
          </a:xfrm>
          <a:custGeom>
            <a:avLst/>
            <a:gdLst>
              <a:gd name="textAreaLeft" fmla="*/ 0 w 2057040"/>
              <a:gd name="textAreaRight" fmla="*/ 2057400 w 2057040"/>
              <a:gd name="textAreaTop" fmla="*/ 0 h 2437920"/>
              <a:gd name="textAreaBottom" fmla="*/ 2438280 h 2437920"/>
            </a:gdLst>
            <a:ahLst/>
            <a:cxnLst/>
            <a:rect l="textAreaLeft" t="textAreaTop" r="textAreaRight" b="textAreaBottom"/>
            <a:pathLst>
              <a:path w="2057400" h="2438400">
                <a:moveTo>
                  <a:pt x="0" y="0"/>
                </a:moveTo>
                <a:lnTo>
                  <a:pt x="2057400" y="0"/>
                </a:lnTo>
                <a:lnTo>
                  <a:pt x="2057400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Freeform 31"/>
          <p:cNvSpPr/>
          <p:nvPr/>
        </p:nvSpPr>
        <p:spPr>
          <a:xfrm>
            <a:off x="552600" y="9325080"/>
            <a:ext cx="2066400" cy="2619000"/>
          </a:xfrm>
          <a:custGeom>
            <a:avLst/>
            <a:gdLst>
              <a:gd name="textAreaLeft" fmla="*/ 0 w 2066400"/>
              <a:gd name="textAreaRight" fmla="*/ 2066760 w 2066400"/>
              <a:gd name="textAreaTop" fmla="*/ 0 h 2619000"/>
              <a:gd name="textAreaBottom" fmla="*/ 2619360 h 2619000"/>
            </a:gdLst>
            <a:ahLst/>
            <a:cxnLst/>
            <a:rect l="textAreaLeft" t="textAreaTop" r="textAreaRight" b="textAreaBottom"/>
            <a:pathLst>
              <a:path w="2066925" h="2619375">
                <a:moveTo>
                  <a:pt x="0" y="0"/>
                </a:moveTo>
                <a:lnTo>
                  <a:pt x="2066925" y="0"/>
                </a:lnTo>
                <a:lnTo>
                  <a:pt x="2066925" y="2619375"/>
                </a:lnTo>
                <a:lnTo>
                  <a:pt x="0" y="26193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Freeform 32"/>
          <p:cNvSpPr/>
          <p:nvPr/>
        </p:nvSpPr>
        <p:spPr>
          <a:xfrm>
            <a:off x="3352680" y="9696600"/>
            <a:ext cx="2247480" cy="2247480"/>
          </a:xfrm>
          <a:custGeom>
            <a:avLst/>
            <a:gdLst>
              <a:gd name="textAreaLeft" fmla="*/ 0 w 2247480"/>
              <a:gd name="textAreaRight" fmla="*/ 2247840 w 2247480"/>
              <a:gd name="textAreaTop" fmla="*/ 0 h 2247480"/>
              <a:gd name="textAreaBottom" fmla="*/ 2247840 h 2247480"/>
            </a:gdLst>
            <a:ahLst/>
            <a:cxnLst/>
            <a:rect l="textAreaLeft" t="textAreaTop" r="textAreaRight" b="textAreaBottom"/>
            <a:pathLst>
              <a:path w="2247900" h="2247900">
                <a:moveTo>
                  <a:pt x="0" y="0"/>
                </a:moveTo>
                <a:lnTo>
                  <a:pt x="2247900" y="0"/>
                </a:lnTo>
                <a:lnTo>
                  <a:pt x="2247900" y="2247900"/>
                </a:lnTo>
                <a:lnTo>
                  <a:pt x="0" y="22479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Freeform 33"/>
          <p:cNvSpPr/>
          <p:nvPr/>
        </p:nvSpPr>
        <p:spPr>
          <a:xfrm>
            <a:off x="6153120" y="9515520"/>
            <a:ext cx="2437920" cy="2428560"/>
          </a:xfrm>
          <a:custGeom>
            <a:avLst/>
            <a:gdLst>
              <a:gd name="textAreaLeft" fmla="*/ 0 w 2437920"/>
              <a:gd name="textAreaRight" fmla="*/ 2438280 w 2437920"/>
              <a:gd name="textAreaTop" fmla="*/ 0 h 2428560"/>
              <a:gd name="textAreaBottom" fmla="*/ 2428920 h 2428560"/>
            </a:gdLst>
            <a:ahLst/>
            <a:cxnLst/>
            <a:rect l="textAreaLeft" t="textAreaTop" r="textAreaRight" b="textAreaBottom"/>
            <a:pathLst>
              <a:path w="2438400" h="2428875">
                <a:moveTo>
                  <a:pt x="0" y="0"/>
                </a:moveTo>
                <a:lnTo>
                  <a:pt x="2438400" y="0"/>
                </a:lnTo>
                <a:lnTo>
                  <a:pt x="2438400" y="2428875"/>
                </a:lnTo>
                <a:lnTo>
                  <a:pt x="0" y="24288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Freeform 34"/>
          <p:cNvSpPr/>
          <p:nvPr/>
        </p:nvSpPr>
        <p:spPr>
          <a:xfrm>
            <a:off x="9144000" y="9515520"/>
            <a:ext cx="2057040" cy="2428560"/>
          </a:xfrm>
          <a:custGeom>
            <a:avLst/>
            <a:gdLst>
              <a:gd name="textAreaLeft" fmla="*/ 0 w 2057040"/>
              <a:gd name="textAreaRight" fmla="*/ 2057400 w 2057040"/>
              <a:gd name="textAreaTop" fmla="*/ 0 h 2428560"/>
              <a:gd name="textAreaBottom" fmla="*/ 2428920 h 2428560"/>
            </a:gdLst>
            <a:ahLst/>
            <a:cxnLst/>
            <a:rect l="textAreaLeft" t="textAreaTop" r="textAreaRight" b="textAreaBottom"/>
            <a:pathLst>
              <a:path w="2057400" h="2428875">
                <a:moveTo>
                  <a:pt x="0" y="0"/>
                </a:moveTo>
                <a:lnTo>
                  <a:pt x="2057400" y="0"/>
                </a:lnTo>
                <a:lnTo>
                  <a:pt x="2057400" y="2428875"/>
                </a:lnTo>
                <a:lnTo>
                  <a:pt x="0" y="24288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DAHRH1GNYxQ</dc:identifier>
  <dc:language>en-US</dc:language>
  <cp:lastModifiedBy/>
  <dcterms:modified xsi:type="dcterms:W3CDTF">2026-08-02T03:41:39Z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