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3792200" cy="10337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792200" cy="10344150"/>
          </a:xfrm>
          <a:custGeom>
            <a:avLst/>
            <a:gdLst/>
            <a:ahLst/>
            <a:cxnLst/>
            <a:rect r="r" b="b" t="t" l="l"/>
            <a:pathLst>
              <a:path h="10344150" w="13792200">
                <a:moveTo>
                  <a:pt x="0" y="0"/>
                </a:moveTo>
                <a:lnTo>
                  <a:pt x="13792200" y="0"/>
                </a:lnTo>
                <a:lnTo>
                  <a:pt x="13792200" y="10344150"/>
                </a:lnTo>
                <a:lnTo>
                  <a:pt x="0" y="1034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3050" y="190500"/>
            <a:ext cx="2257425" cy="2600325"/>
          </a:xfrm>
          <a:custGeom>
            <a:avLst/>
            <a:gdLst/>
            <a:ahLst/>
            <a:cxnLst/>
            <a:rect r="r" b="b" t="t" l="l"/>
            <a:pathLst>
              <a:path h="2600325" w="2257425">
                <a:moveTo>
                  <a:pt x="0" y="0"/>
                </a:moveTo>
                <a:lnTo>
                  <a:pt x="2257425" y="0"/>
                </a:lnTo>
                <a:lnTo>
                  <a:pt x="2257425" y="2600325"/>
                </a:lnTo>
                <a:lnTo>
                  <a:pt x="0" y="2600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05300" y="190500"/>
            <a:ext cx="2247900" cy="2600325"/>
          </a:xfrm>
          <a:custGeom>
            <a:avLst/>
            <a:gdLst/>
            <a:ahLst/>
            <a:cxnLst/>
            <a:rect r="r" b="b" t="t" l="l"/>
            <a:pathLst>
              <a:path h="2600325" w="2247900">
                <a:moveTo>
                  <a:pt x="0" y="0"/>
                </a:moveTo>
                <a:lnTo>
                  <a:pt x="2247900" y="0"/>
                </a:lnTo>
                <a:lnTo>
                  <a:pt x="2247900" y="2600325"/>
                </a:lnTo>
                <a:lnTo>
                  <a:pt x="0" y="2600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67550" y="190500"/>
            <a:ext cx="2247900" cy="2600325"/>
          </a:xfrm>
          <a:custGeom>
            <a:avLst/>
            <a:gdLst/>
            <a:ahLst/>
            <a:cxnLst/>
            <a:rect r="r" b="b" t="t" l="l"/>
            <a:pathLst>
              <a:path h="2600325" w="2247900">
                <a:moveTo>
                  <a:pt x="0" y="0"/>
                </a:moveTo>
                <a:lnTo>
                  <a:pt x="2247900" y="0"/>
                </a:lnTo>
                <a:lnTo>
                  <a:pt x="2247900" y="2600325"/>
                </a:lnTo>
                <a:lnTo>
                  <a:pt x="0" y="2600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20275" y="190500"/>
            <a:ext cx="2247900" cy="2600325"/>
          </a:xfrm>
          <a:custGeom>
            <a:avLst/>
            <a:gdLst/>
            <a:ahLst/>
            <a:cxnLst/>
            <a:rect r="r" b="b" t="t" l="l"/>
            <a:pathLst>
              <a:path h="2600325" w="2247900">
                <a:moveTo>
                  <a:pt x="0" y="0"/>
                </a:moveTo>
                <a:lnTo>
                  <a:pt x="2247900" y="0"/>
                </a:lnTo>
                <a:lnTo>
                  <a:pt x="2247900" y="2600325"/>
                </a:lnTo>
                <a:lnTo>
                  <a:pt x="0" y="2600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3050" y="2781300"/>
            <a:ext cx="2257425" cy="2390775"/>
          </a:xfrm>
          <a:custGeom>
            <a:avLst/>
            <a:gdLst/>
            <a:ahLst/>
            <a:cxnLst/>
            <a:rect r="r" b="b" t="t" l="l"/>
            <a:pathLst>
              <a:path h="2390775" w="2257425">
                <a:moveTo>
                  <a:pt x="0" y="0"/>
                </a:moveTo>
                <a:lnTo>
                  <a:pt x="2257425" y="0"/>
                </a:lnTo>
                <a:lnTo>
                  <a:pt x="2257425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05300" y="2781300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67550" y="2781300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20275" y="2781300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3050" y="5172075"/>
            <a:ext cx="2257425" cy="2390775"/>
          </a:xfrm>
          <a:custGeom>
            <a:avLst/>
            <a:gdLst/>
            <a:ahLst/>
            <a:cxnLst/>
            <a:rect r="r" b="b" t="t" l="l"/>
            <a:pathLst>
              <a:path h="2390775" w="2257425">
                <a:moveTo>
                  <a:pt x="0" y="0"/>
                </a:moveTo>
                <a:lnTo>
                  <a:pt x="2257425" y="0"/>
                </a:lnTo>
                <a:lnTo>
                  <a:pt x="2257425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05300" y="5172075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67550" y="5172075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20275" y="5172075"/>
            <a:ext cx="2247900" cy="2390775"/>
          </a:xfrm>
          <a:custGeom>
            <a:avLst/>
            <a:gdLst/>
            <a:ahLst/>
            <a:cxnLst/>
            <a:rect r="r" b="b" t="t" l="l"/>
            <a:pathLst>
              <a:path h="2390775" w="2247900">
                <a:moveTo>
                  <a:pt x="0" y="0"/>
                </a:moveTo>
                <a:lnTo>
                  <a:pt x="2247900" y="0"/>
                </a:lnTo>
                <a:lnTo>
                  <a:pt x="2247900" y="2390775"/>
                </a:lnTo>
                <a:lnTo>
                  <a:pt x="0" y="2390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3050" y="7553325"/>
            <a:ext cx="2257425" cy="2400300"/>
          </a:xfrm>
          <a:custGeom>
            <a:avLst/>
            <a:gdLst/>
            <a:ahLst/>
            <a:cxnLst/>
            <a:rect r="r" b="b" t="t" l="l"/>
            <a:pathLst>
              <a:path h="2400300" w="2257425">
                <a:moveTo>
                  <a:pt x="0" y="0"/>
                </a:moveTo>
                <a:lnTo>
                  <a:pt x="2257425" y="0"/>
                </a:lnTo>
                <a:lnTo>
                  <a:pt x="2257425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305300" y="7553325"/>
            <a:ext cx="2247900" cy="2400300"/>
          </a:xfrm>
          <a:custGeom>
            <a:avLst/>
            <a:gdLst/>
            <a:ahLst/>
            <a:cxnLst/>
            <a:rect r="r" b="b" t="t" l="l"/>
            <a:pathLst>
              <a:path h="2400300" w="2247900">
                <a:moveTo>
                  <a:pt x="0" y="0"/>
                </a:moveTo>
                <a:lnTo>
                  <a:pt x="2247900" y="0"/>
                </a:lnTo>
                <a:lnTo>
                  <a:pt x="2247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67550" y="7553325"/>
            <a:ext cx="2247900" cy="2400300"/>
          </a:xfrm>
          <a:custGeom>
            <a:avLst/>
            <a:gdLst/>
            <a:ahLst/>
            <a:cxnLst/>
            <a:rect r="r" b="b" t="t" l="l"/>
            <a:pathLst>
              <a:path h="2400300" w="2247900">
                <a:moveTo>
                  <a:pt x="0" y="0"/>
                </a:moveTo>
                <a:lnTo>
                  <a:pt x="2247900" y="0"/>
                </a:lnTo>
                <a:lnTo>
                  <a:pt x="2247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820275" y="7553325"/>
            <a:ext cx="2247900" cy="2400300"/>
          </a:xfrm>
          <a:custGeom>
            <a:avLst/>
            <a:gdLst/>
            <a:ahLst/>
            <a:cxnLst/>
            <a:rect r="r" b="b" t="t" l="l"/>
            <a:pathLst>
              <a:path h="2400300" w="2247900">
                <a:moveTo>
                  <a:pt x="0" y="0"/>
                </a:moveTo>
                <a:lnTo>
                  <a:pt x="2247900" y="0"/>
                </a:lnTo>
                <a:lnTo>
                  <a:pt x="2247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DAHRHxhzFh4</dc:identifier>
  <dcterms:modified xsi:type="dcterms:W3CDTF">2011-08-01T06:04:30Z</dcterms:modified>
  <cp:revision>1</cp:revision>
</cp:coreProperties>
</file>