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3792200" cy="103378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3792200" cy="10344150"/>
          </a:xfrm>
          <a:custGeom>
            <a:avLst/>
            <a:gdLst/>
            <a:ahLst/>
            <a:cxnLst/>
            <a:rect r="r" b="b" t="t" l="l"/>
            <a:pathLst>
              <a:path h="10344150" w="13792200">
                <a:moveTo>
                  <a:pt x="0" y="0"/>
                </a:moveTo>
                <a:lnTo>
                  <a:pt x="13792200" y="0"/>
                </a:lnTo>
                <a:lnTo>
                  <a:pt x="13792200" y="10344150"/>
                </a:lnTo>
                <a:lnTo>
                  <a:pt x="0" y="10344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90950" y="390525"/>
            <a:ext cx="1038225" cy="1009650"/>
          </a:xfrm>
          <a:custGeom>
            <a:avLst/>
            <a:gdLst/>
            <a:ahLst/>
            <a:cxnLst/>
            <a:rect r="r" b="b" t="t" l="l"/>
            <a:pathLst>
              <a:path h="1009650" w="1038225">
                <a:moveTo>
                  <a:pt x="0" y="0"/>
                </a:moveTo>
                <a:lnTo>
                  <a:pt x="1038225" y="0"/>
                </a:lnTo>
                <a:lnTo>
                  <a:pt x="1038225" y="1009650"/>
                </a:lnTo>
                <a:lnTo>
                  <a:pt x="0" y="1009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82525" y="390525"/>
            <a:ext cx="866775" cy="1009650"/>
          </a:xfrm>
          <a:custGeom>
            <a:avLst/>
            <a:gdLst/>
            <a:ahLst/>
            <a:cxnLst/>
            <a:rect r="r" b="b" t="t" l="l"/>
            <a:pathLst>
              <a:path h="1009650" w="866775">
                <a:moveTo>
                  <a:pt x="0" y="0"/>
                </a:moveTo>
                <a:lnTo>
                  <a:pt x="866775" y="0"/>
                </a:lnTo>
                <a:lnTo>
                  <a:pt x="866775" y="1009650"/>
                </a:lnTo>
                <a:lnTo>
                  <a:pt x="0" y="1009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648200" y="1390650"/>
            <a:ext cx="3981450" cy="2790825"/>
          </a:xfrm>
          <a:custGeom>
            <a:avLst/>
            <a:gdLst/>
            <a:ahLst/>
            <a:cxnLst/>
            <a:rect r="r" b="b" t="t" l="l"/>
            <a:pathLst>
              <a:path h="2790825" w="3981450">
                <a:moveTo>
                  <a:pt x="0" y="0"/>
                </a:moveTo>
                <a:lnTo>
                  <a:pt x="3981450" y="0"/>
                </a:lnTo>
                <a:lnTo>
                  <a:pt x="398145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20125" y="1390650"/>
            <a:ext cx="4829175" cy="2790825"/>
          </a:xfrm>
          <a:custGeom>
            <a:avLst/>
            <a:gdLst/>
            <a:ahLst/>
            <a:cxnLst/>
            <a:rect r="r" b="b" t="t" l="l"/>
            <a:pathLst>
              <a:path h="2790825" w="4829175">
                <a:moveTo>
                  <a:pt x="0" y="0"/>
                </a:moveTo>
                <a:lnTo>
                  <a:pt x="4829175" y="0"/>
                </a:lnTo>
                <a:lnTo>
                  <a:pt x="48291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648200" y="4171950"/>
            <a:ext cx="3981450" cy="2400300"/>
          </a:xfrm>
          <a:custGeom>
            <a:avLst/>
            <a:gdLst/>
            <a:ahLst/>
            <a:cxnLst/>
            <a:rect r="r" b="b" t="t" l="l"/>
            <a:pathLst>
              <a:path h="2400300" w="3981450">
                <a:moveTo>
                  <a:pt x="0" y="0"/>
                </a:moveTo>
                <a:lnTo>
                  <a:pt x="3981450" y="0"/>
                </a:lnTo>
                <a:lnTo>
                  <a:pt x="398145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620125" y="4171950"/>
            <a:ext cx="4829175" cy="2400300"/>
          </a:xfrm>
          <a:custGeom>
            <a:avLst/>
            <a:gdLst/>
            <a:ahLst/>
            <a:cxnLst/>
            <a:rect r="r" b="b" t="t" l="l"/>
            <a:pathLst>
              <a:path h="2400300" w="4829175">
                <a:moveTo>
                  <a:pt x="0" y="0"/>
                </a:moveTo>
                <a:lnTo>
                  <a:pt x="4829175" y="0"/>
                </a:lnTo>
                <a:lnTo>
                  <a:pt x="4829175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648200" y="6362700"/>
            <a:ext cx="8801100" cy="2200275"/>
          </a:xfrm>
          <a:custGeom>
            <a:avLst/>
            <a:gdLst/>
            <a:ahLst/>
            <a:cxnLst/>
            <a:rect r="r" b="b" t="t" l="l"/>
            <a:pathLst>
              <a:path h="2200275" w="8801100">
                <a:moveTo>
                  <a:pt x="0" y="0"/>
                </a:moveTo>
                <a:lnTo>
                  <a:pt x="8801100" y="0"/>
                </a:lnTo>
                <a:lnTo>
                  <a:pt x="8801100" y="2200275"/>
                </a:lnTo>
                <a:lnTo>
                  <a:pt x="0" y="22002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14350" y="8353425"/>
            <a:ext cx="12934950" cy="1800225"/>
          </a:xfrm>
          <a:custGeom>
            <a:avLst/>
            <a:gdLst/>
            <a:ahLst/>
            <a:cxnLst/>
            <a:rect r="r" b="b" t="t" l="l"/>
            <a:pathLst>
              <a:path h="1800225" w="12934950">
                <a:moveTo>
                  <a:pt x="0" y="0"/>
                </a:moveTo>
                <a:lnTo>
                  <a:pt x="12934950" y="0"/>
                </a:lnTo>
                <a:lnTo>
                  <a:pt x="12934950" y="1800225"/>
                </a:lnTo>
                <a:lnTo>
                  <a:pt x="0" y="18002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239625" y="8743950"/>
            <a:ext cx="1038225" cy="1409700"/>
          </a:xfrm>
          <a:custGeom>
            <a:avLst/>
            <a:gdLst/>
            <a:ahLst/>
            <a:cxnLst/>
            <a:rect r="r" b="b" t="t" l="l"/>
            <a:pathLst>
              <a:path h="1409700" w="1038225">
                <a:moveTo>
                  <a:pt x="0" y="0"/>
                </a:moveTo>
                <a:lnTo>
                  <a:pt x="1038225" y="0"/>
                </a:lnTo>
                <a:lnTo>
                  <a:pt x="1038225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DAHQ6TA4Czw</dc:identifier>
  <dcterms:modified xsi:type="dcterms:W3CDTF">2011-08-01T06:04:30Z</dcterms:modified>
  <cp:revision>1</cp:revision>
</cp:coreProperties>
</file>