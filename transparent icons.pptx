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833100" cy="115697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839450" cy="11572875"/>
          </a:xfrm>
          <a:custGeom>
            <a:avLst/>
            <a:gdLst/>
            <a:ahLst/>
            <a:cxnLst/>
            <a:rect r="r" b="b" t="t" l="l"/>
            <a:pathLst>
              <a:path h="11572875" w="10839450">
                <a:moveTo>
                  <a:pt x="0" y="0"/>
                </a:moveTo>
                <a:lnTo>
                  <a:pt x="10839450" y="0"/>
                </a:lnTo>
                <a:lnTo>
                  <a:pt x="10839450" y="11572875"/>
                </a:lnTo>
                <a:lnTo>
                  <a:pt x="0" y="1157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71450"/>
            <a:ext cx="2209800" cy="2724150"/>
          </a:xfrm>
          <a:custGeom>
            <a:avLst/>
            <a:gdLst/>
            <a:ahLst/>
            <a:cxnLst/>
            <a:rect r="r" b="b" t="t" l="l"/>
            <a:pathLst>
              <a:path h="2724150" w="2209800">
                <a:moveTo>
                  <a:pt x="0" y="0"/>
                </a:moveTo>
                <a:lnTo>
                  <a:pt x="2209800" y="0"/>
                </a:lnTo>
                <a:lnTo>
                  <a:pt x="22098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48000" y="171450"/>
            <a:ext cx="2038350" cy="2543175"/>
          </a:xfrm>
          <a:custGeom>
            <a:avLst/>
            <a:gdLst/>
            <a:ahLst/>
            <a:cxnLst/>
            <a:rect r="r" b="b" t="t" l="l"/>
            <a:pathLst>
              <a:path h="2543175" w="2038350">
                <a:moveTo>
                  <a:pt x="0" y="0"/>
                </a:moveTo>
                <a:lnTo>
                  <a:pt x="2038350" y="0"/>
                </a:lnTo>
                <a:lnTo>
                  <a:pt x="2038350" y="2543175"/>
                </a:lnTo>
                <a:lnTo>
                  <a:pt x="0" y="2543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53100" y="0"/>
            <a:ext cx="2209800" cy="2714625"/>
          </a:xfrm>
          <a:custGeom>
            <a:avLst/>
            <a:gdLst/>
            <a:ahLst/>
            <a:cxnLst/>
            <a:rect r="r" b="b" t="t" l="l"/>
            <a:pathLst>
              <a:path h="2714625" w="2209800">
                <a:moveTo>
                  <a:pt x="0" y="0"/>
                </a:moveTo>
                <a:lnTo>
                  <a:pt x="2209800" y="0"/>
                </a:lnTo>
                <a:lnTo>
                  <a:pt x="2209800" y="2714625"/>
                </a:lnTo>
                <a:lnTo>
                  <a:pt x="0" y="2714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29650" y="171450"/>
            <a:ext cx="2209800" cy="2543175"/>
          </a:xfrm>
          <a:custGeom>
            <a:avLst/>
            <a:gdLst/>
            <a:ahLst/>
            <a:cxnLst/>
            <a:rect r="r" b="b" t="t" l="l"/>
            <a:pathLst>
              <a:path h="2543175" w="2209800">
                <a:moveTo>
                  <a:pt x="0" y="0"/>
                </a:moveTo>
                <a:lnTo>
                  <a:pt x="2209800" y="0"/>
                </a:lnTo>
                <a:lnTo>
                  <a:pt x="2209800" y="2543175"/>
                </a:lnTo>
                <a:lnTo>
                  <a:pt x="0" y="2543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3248025"/>
            <a:ext cx="2209800" cy="2543175"/>
          </a:xfrm>
          <a:custGeom>
            <a:avLst/>
            <a:gdLst/>
            <a:ahLst/>
            <a:cxnLst/>
            <a:rect r="r" b="b" t="t" l="l"/>
            <a:pathLst>
              <a:path h="2543175" w="2209800">
                <a:moveTo>
                  <a:pt x="0" y="0"/>
                </a:moveTo>
                <a:lnTo>
                  <a:pt x="2209800" y="0"/>
                </a:lnTo>
                <a:lnTo>
                  <a:pt x="2209800" y="2543175"/>
                </a:lnTo>
                <a:lnTo>
                  <a:pt x="0" y="25431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05100" y="3067050"/>
            <a:ext cx="2381250" cy="2724150"/>
          </a:xfrm>
          <a:custGeom>
            <a:avLst/>
            <a:gdLst/>
            <a:ahLst/>
            <a:cxnLst/>
            <a:rect r="r" b="b" t="t" l="l"/>
            <a:pathLst>
              <a:path h="2724150" w="2381250">
                <a:moveTo>
                  <a:pt x="0" y="0"/>
                </a:moveTo>
                <a:lnTo>
                  <a:pt x="2381250" y="0"/>
                </a:lnTo>
                <a:lnTo>
                  <a:pt x="238125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24550" y="3248025"/>
            <a:ext cx="1866900" cy="2543175"/>
          </a:xfrm>
          <a:custGeom>
            <a:avLst/>
            <a:gdLst/>
            <a:ahLst/>
            <a:cxnLst/>
            <a:rect r="r" b="b" t="t" l="l"/>
            <a:pathLst>
              <a:path h="2543175" w="1866900">
                <a:moveTo>
                  <a:pt x="0" y="0"/>
                </a:moveTo>
                <a:lnTo>
                  <a:pt x="1866900" y="0"/>
                </a:lnTo>
                <a:lnTo>
                  <a:pt x="1866900" y="2543175"/>
                </a:lnTo>
                <a:lnTo>
                  <a:pt x="0" y="25431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29650" y="3067050"/>
            <a:ext cx="2209800" cy="2724150"/>
          </a:xfrm>
          <a:custGeom>
            <a:avLst/>
            <a:gdLst/>
            <a:ahLst/>
            <a:cxnLst/>
            <a:rect r="r" b="b" t="t" l="l"/>
            <a:pathLst>
              <a:path h="2724150" w="2209800">
                <a:moveTo>
                  <a:pt x="0" y="0"/>
                </a:moveTo>
                <a:lnTo>
                  <a:pt x="2209800" y="0"/>
                </a:lnTo>
                <a:lnTo>
                  <a:pt x="22098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925" y="6143625"/>
            <a:ext cx="2209800" cy="2724150"/>
          </a:xfrm>
          <a:custGeom>
            <a:avLst/>
            <a:gdLst/>
            <a:ahLst/>
            <a:cxnLst/>
            <a:rect r="r" b="b" t="t" l="l"/>
            <a:pathLst>
              <a:path h="2724150" w="2209800">
                <a:moveTo>
                  <a:pt x="0" y="0"/>
                </a:moveTo>
                <a:lnTo>
                  <a:pt x="2209800" y="0"/>
                </a:lnTo>
                <a:lnTo>
                  <a:pt x="220980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76550" y="6143625"/>
            <a:ext cx="2381250" cy="2724150"/>
          </a:xfrm>
          <a:custGeom>
            <a:avLst/>
            <a:gdLst/>
            <a:ahLst/>
            <a:cxnLst/>
            <a:rect r="r" b="b" t="t" l="l"/>
            <a:pathLst>
              <a:path h="2724150" w="2381250">
                <a:moveTo>
                  <a:pt x="0" y="0"/>
                </a:moveTo>
                <a:lnTo>
                  <a:pt x="2381250" y="0"/>
                </a:lnTo>
                <a:lnTo>
                  <a:pt x="2381250" y="2724150"/>
                </a:lnTo>
                <a:lnTo>
                  <a:pt x="0" y="2724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753100" y="6324600"/>
            <a:ext cx="2038350" cy="2543175"/>
          </a:xfrm>
          <a:custGeom>
            <a:avLst/>
            <a:gdLst/>
            <a:ahLst/>
            <a:cxnLst/>
            <a:rect r="r" b="b" t="t" l="l"/>
            <a:pathLst>
              <a:path h="2543175" w="2038350">
                <a:moveTo>
                  <a:pt x="0" y="0"/>
                </a:moveTo>
                <a:lnTo>
                  <a:pt x="2038350" y="0"/>
                </a:lnTo>
                <a:lnTo>
                  <a:pt x="2038350" y="2543175"/>
                </a:lnTo>
                <a:lnTo>
                  <a:pt x="0" y="2543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29650" y="6324600"/>
            <a:ext cx="2047875" cy="2543175"/>
          </a:xfrm>
          <a:custGeom>
            <a:avLst/>
            <a:gdLst/>
            <a:ahLst/>
            <a:cxnLst/>
            <a:rect r="r" b="b" t="t" l="l"/>
            <a:pathLst>
              <a:path h="2543175" w="2047875">
                <a:moveTo>
                  <a:pt x="0" y="0"/>
                </a:moveTo>
                <a:lnTo>
                  <a:pt x="2047875" y="0"/>
                </a:lnTo>
                <a:lnTo>
                  <a:pt x="2047875" y="2543175"/>
                </a:lnTo>
                <a:lnTo>
                  <a:pt x="0" y="25431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9039225"/>
            <a:ext cx="2038350" cy="2533650"/>
          </a:xfrm>
          <a:custGeom>
            <a:avLst/>
            <a:gdLst/>
            <a:ahLst/>
            <a:cxnLst/>
            <a:rect r="r" b="b" t="t" l="l"/>
            <a:pathLst>
              <a:path h="2533650" w="2038350">
                <a:moveTo>
                  <a:pt x="0" y="0"/>
                </a:moveTo>
                <a:lnTo>
                  <a:pt x="2038350" y="0"/>
                </a:lnTo>
                <a:lnTo>
                  <a:pt x="2038350" y="2533650"/>
                </a:lnTo>
                <a:lnTo>
                  <a:pt x="0" y="2533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05100" y="9220200"/>
            <a:ext cx="2381250" cy="2352675"/>
          </a:xfrm>
          <a:custGeom>
            <a:avLst/>
            <a:gdLst/>
            <a:ahLst/>
            <a:cxnLst/>
            <a:rect r="r" b="b" t="t" l="l"/>
            <a:pathLst>
              <a:path h="2352675" w="2381250">
                <a:moveTo>
                  <a:pt x="0" y="0"/>
                </a:moveTo>
                <a:lnTo>
                  <a:pt x="2381250" y="0"/>
                </a:lnTo>
                <a:lnTo>
                  <a:pt x="23812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581650" y="9220200"/>
            <a:ext cx="2381250" cy="2352675"/>
          </a:xfrm>
          <a:custGeom>
            <a:avLst/>
            <a:gdLst/>
            <a:ahLst/>
            <a:cxnLst/>
            <a:rect r="r" b="b" t="t" l="l"/>
            <a:pathLst>
              <a:path h="2352675" w="2381250">
                <a:moveTo>
                  <a:pt x="0" y="0"/>
                </a:moveTo>
                <a:lnTo>
                  <a:pt x="2381250" y="0"/>
                </a:lnTo>
                <a:lnTo>
                  <a:pt x="2381250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629650" y="9220200"/>
            <a:ext cx="2047875" cy="2352675"/>
          </a:xfrm>
          <a:custGeom>
            <a:avLst/>
            <a:gdLst/>
            <a:ahLst/>
            <a:cxnLst/>
            <a:rect r="r" b="b" t="t" l="l"/>
            <a:pathLst>
              <a:path h="2352675" w="2047875">
                <a:moveTo>
                  <a:pt x="0" y="0"/>
                </a:moveTo>
                <a:lnTo>
                  <a:pt x="2047875" y="0"/>
                </a:lnTo>
                <a:lnTo>
                  <a:pt x="2047875" y="2352675"/>
                </a:lnTo>
                <a:lnTo>
                  <a:pt x="0" y="23526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DAHRH6vRMvo</dc:identifier>
  <dcterms:modified xsi:type="dcterms:W3CDTF">2011-08-01T06:04:30Z</dcterms:modified>
  <cp:revision>1</cp:revision>
</cp:coreProperties>
</file>